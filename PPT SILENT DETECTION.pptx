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8548" y="2228603"/>
            <a:ext cx="10714903" cy="1489165"/>
          </a:xfrm>
        </p:spPr>
        <p:txBody>
          <a:bodyPr>
            <a:normAutofit/>
          </a:bodyPr>
          <a:lstStyle/>
          <a:p>
            <a:r>
              <a:rPr lang="en-US" sz="3600" dirty="0"/>
              <a:t>DETECT THE DISTRESS SILENTLY AND SEND ALERTS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28263" y="4846320"/>
            <a:ext cx="4863737" cy="1567543"/>
          </a:xfrm>
        </p:spPr>
        <p:txBody>
          <a:bodyPr>
            <a:noAutofit/>
          </a:bodyPr>
          <a:lstStyle/>
          <a:p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AMIRTHA R  ,  JASINA BANU N</a:t>
            </a:r>
          </a:p>
          <a:p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r>
              <a:rPr lang="en-US" sz="1600" i="1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RD</a:t>
            </a:r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BSC DATA SCIENCE </a:t>
            </a:r>
          </a:p>
          <a:p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PROVIDENCE COLLAGE (</a:t>
            </a:r>
            <a:r>
              <a:rPr lang="en-US" sz="16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coonoor</a:t>
            </a:r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IN" sz="16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A33104-0530-1401-D435-565DDE17B4BF}"/>
              </a:ext>
            </a:extLst>
          </p:cNvPr>
          <p:cNvSpPr txBox="1"/>
          <p:nvPr/>
        </p:nvSpPr>
        <p:spPr>
          <a:xfrm>
            <a:off x="3952623" y="1397606"/>
            <a:ext cx="4286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/>
              <a:t>SAFE GESTURE</a:t>
            </a:r>
          </a:p>
        </p:txBody>
      </p:sp>
    </p:spTree>
    <p:extLst>
      <p:ext uri="{BB962C8B-B14F-4D97-AF65-F5344CB8AC3E}">
        <p14:creationId xmlns:p14="http://schemas.microsoft.com/office/powerpoint/2010/main" val="88076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715" y="269138"/>
            <a:ext cx="8915399" cy="1468800"/>
          </a:xfrm>
        </p:spPr>
        <p:txBody>
          <a:bodyPr/>
          <a:lstStyle/>
          <a:p>
            <a:r>
              <a:rPr lang="en-US" dirty="0"/>
              <a:t>                   PROBLEM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8053" y="2547257"/>
            <a:ext cx="8281852" cy="31612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65% of distress situations happen when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Victims can’t call for help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Example: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Kidnapping : (can’t speak, can’t reach phone)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Domestic violence: (can’t scream while watched by abuser)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Medical emergency: (can’t move, stroke, seizure)</a:t>
            </a:r>
          </a:p>
        </p:txBody>
      </p:sp>
    </p:spTree>
    <p:extLst>
      <p:ext uri="{BB962C8B-B14F-4D97-AF65-F5344CB8AC3E}">
        <p14:creationId xmlns:p14="http://schemas.microsoft.com/office/powerpoint/2010/main" val="68520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195944"/>
            <a:ext cx="8915399" cy="1672046"/>
          </a:xfrm>
        </p:spPr>
        <p:txBody>
          <a:bodyPr>
            <a:normAutofit/>
          </a:bodyPr>
          <a:lstStyle/>
          <a:p>
            <a:r>
              <a:rPr lang="en-US" dirty="0"/>
              <a:t>                OUR SOLUTION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2023" y="2468880"/>
            <a:ext cx="8382588" cy="3291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Silent Guardian Watches For You: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step 1: Camera watches silently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step 2: Detects the hand signs or the face gesture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step 3: Sends the alert in both offline and online mode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(ex: email message,  screen short, beep sound)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162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1007" y="2458100"/>
            <a:ext cx="6893422" cy="1502229"/>
          </a:xfrm>
        </p:spPr>
        <p:txBody>
          <a:bodyPr/>
          <a:lstStyle/>
          <a:p>
            <a:r>
              <a:rPr lang="en-US" dirty="0"/>
              <a:t>THANK YOU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8915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132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Wingdings</vt:lpstr>
      <vt:lpstr>Wingdings 3</vt:lpstr>
      <vt:lpstr>Wisp</vt:lpstr>
      <vt:lpstr>DETECT THE DISTRESS SILENTLY AND SEND ALERTS</vt:lpstr>
      <vt:lpstr>                   PROBLEM</vt:lpstr>
      <vt:lpstr>                OUR SOLUTION </vt:lpstr>
      <vt:lpstr>THANK YOU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 THE DISTRESS SILENTLY AND SEND ALERTS</dc:title>
  <dc:creator>admin</dc:creator>
  <cp:lastModifiedBy>S0180137</cp:lastModifiedBy>
  <cp:revision>7</cp:revision>
  <dcterms:created xsi:type="dcterms:W3CDTF">2026-02-28T06:05:25Z</dcterms:created>
  <dcterms:modified xsi:type="dcterms:W3CDTF">2026-02-28T11:03:40Z</dcterms:modified>
</cp:coreProperties>
</file>